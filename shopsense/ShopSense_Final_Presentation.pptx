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67" r:id="rId14"/>
    <p:sldId id="273" r:id="rId15"/>
    <p:sldId id="268" r:id="rId16"/>
    <p:sldId id="271" r:id="rId17"/>
    <p:sldId id="269" r:id="rId18"/>
    <p:sldId id="270" r:id="rId19"/>
    <p:sldId id="272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908E1-6A1D-4295-AF58-D4272D755ACF}" v="3" dt="2026-08-20T15:41:08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mminenisaitanuja@gmail.com" userId="e20944b8240fbf00" providerId="LiveId" clId="{7607C4FD-9025-4B92-80C3-A39A4202723F}"/>
    <pc:docChg chg="undo custSel addSld delSld modSld sldOrd">
      <pc:chgData name="chimminenisaitanuja@gmail.com" userId="e20944b8240fbf00" providerId="LiveId" clId="{7607C4FD-9025-4B92-80C3-A39A4202723F}" dt="2026-08-20T15:41:50.721" v="441" actId="14100"/>
      <pc:docMkLst>
        <pc:docMk/>
      </pc:docMkLst>
      <pc:sldChg chg="modSp mod">
        <pc:chgData name="chimminenisaitanuja@gmail.com" userId="e20944b8240fbf00" providerId="LiveId" clId="{7607C4FD-9025-4B92-80C3-A39A4202723F}" dt="2026-08-20T10:32:42.478" v="5" actId="27636"/>
        <pc:sldMkLst>
          <pc:docMk/>
          <pc:sldMk cId="0" sldId="266"/>
        </pc:sldMkLst>
        <pc:spChg chg="mod">
          <ac:chgData name="chimminenisaitanuja@gmail.com" userId="e20944b8240fbf00" providerId="LiveId" clId="{7607C4FD-9025-4B92-80C3-A39A4202723F}" dt="2026-08-20T10:32:33.338" v="3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0:32:42.478" v="5" actId="27636"/>
          <ac:spMkLst>
            <pc:docMk/>
            <pc:sldMk cId="0" sldId="266"/>
            <ac:spMk id="4" creationId="{00000000-0000-0000-0000-000000000000}"/>
          </ac:spMkLst>
        </pc:spChg>
      </pc:sldChg>
      <pc:sldChg chg="addSp delSp modSp mod ord">
        <pc:chgData name="chimminenisaitanuja@gmail.com" userId="e20944b8240fbf00" providerId="LiveId" clId="{7607C4FD-9025-4B92-80C3-A39A4202723F}" dt="2026-08-20T11:01:47.998" v="37"/>
        <pc:sldMkLst>
          <pc:docMk/>
          <pc:sldMk cId="0" sldId="267"/>
        </pc:sldMkLst>
        <pc:spChg chg="mod">
          <ac:chgData name="chimminenisaitanuja@gmail.com" userId="e20944b8240fbf00" providerId="LiveId" clId="{7607C4FD-9025-4B92-80C3-A39A4202723F}" dt="2026-08-20T10:33:13.176" v="9" actId="14100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0:37:18.303" v="10" actId="931"/>
          <ac:spMkLst>
            <pc:docMk/>
            <pc:sldMk cId="0" sldId="267"/>
            <ac:spMk id="4" creationId="{00000000-0000-0000-0000-000000000000}"/>
          </ac:spMkLst>
        </pc:spChg>
        <pc:picChg chg="add mod ord">
          <ac:chgData name="chimminenisaitanuja@gmail.com" userId="e20944b8240fbf00" providerId="LiveId" clId="{7607C4FD-9025-4B92-80C3-A39A4202723F}" dt="2026-08-20T10:37:59.253" v="14" actId="14100"/>
          <ac:picMkLst>
            <pc:docMk/>
            <pc:sldMk cId="0" sldId="267"/>
            <ac:picMk id="7" creationId="{573A2587-F285-AD70-CFEB-A5DD31009DB0}"/>
          </ac:picMkLst>
        </pc:picChg>
      </pc:sldChg>
      <pc:sldChg chg="addSp delSp modSp mod">
        <pc:chgData name="chimminenisaitanuja@gmail.com" userId="e20944b8240fbf00" providerId="LiveId" clId="{7607C4FD-9025-4B92-80C3-A39A4202723F}" dt="2026-08-20T15:21:34.724" v="262" actId="14100"/>
        <pc:sldMkLst>
          <pc:docMk/>
          <pc:sldMk cId="0" sldId="268"/>
        </pc:sldMkLst>
        <pc:spChg chg="mod">
          <ac:chgData name="chimminenisaitanuja@gmail.com" userId="e20944b8240fbf00" providerId="LiveId" clId="{7607C4FD-9025-4B92-80C3-A39A4202723F}" dt="2026-08-20T11:02:16.357" v="47" actId="27636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1:02:36.431" v="49" actId="931"/>
          <ac:spMkLst>
            <pc:docMk/>
            <pc:sldMk cId="0" sldId="268"/>
            <ac:spMk id="4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1:02:10.139" v="41" actId="14100"/>
          <ac:spMkLst>
            <pc:docMk/>
            <pc:sldMk cId="0" sldId="268"/>
            <ac:spMk id="5" creationId="{00000000-0000-0000-0000-000000000000}"/>
          </ac:spMkLst>
        </pc:spChg>
        <pc:picChg chg="add mod ord">
          <ac:chgData name="chimminenisaitanuja@gmail.com" userId="e20944b8240fbf00" providerId="LiveId" clId="{7607C4FD-9025-4B92-80C3-A39A4202723F}" dt="2026-08-20T15:21:34.724" v="262" actId="14100"/>
          <ac:picMkLst>
            <pc:docMk/>
            <pc:sldMk cId="0" sldId="268"/>
            <ac:picMk id="7" creationId="{0DC77E53-7CBD-AE7B-6726-654C63DAC0E5}"/>
          </ac:picMkLst>
        </pc:picChg>
      </pc:sldChg>
      <pc:sldChg chg="addSp delSp modSp mod">
        <pc:chgData name="chimminenisaitanuja@gmail.com" userId="e20944b8240fbf00" providerId="LiveId" clId="{7607C4FD-9025-4B92-80C3-A39A4202723F}" dt="2026-08-20T11:14:13.865" v="84" actId="1076"/>
        <pc:sldMkLst>
          <pc:docMk/>
          <pc:sldMk cId="0" sldId="269"/>
        </pc:sldMkLst>
        <pc:spChg chg="mod">
          <ac:chgData name="chimminenisaitanuja@gmail.com" userId="e20944b8240fbf00" providerId="LiveId" clId="{7607C4FD-9025-4B92-80C3-A39A4202723F}" dt="2026-08-20T11:14:10.502" v="83" actId="27636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1:10:57.567" v="63" actId="931"/>
          <ac:spMkLst>
            <pc:docMk/>
            <pc:sldMk cId="0" sldId="269"/>
            <ac:spMk id="4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1:09:57.810" v="57" actId="14100"/>
          <ac:spMkLst>
            <pc:docMk/>
            <pc:sldMk cId="0" sldId="269"/>
            <ac:spMk id="5" creationId="{00000000-0000-0000-0000-000000000000}"/>
          </ac:spMkLst>
        </pc:spChg>
        <pc:spChg chg="add del mod">
          <ac:chgData name="chimminenisaitanuja@gmail.com" userId="e20944b8240fbf00" providerId="LiveId" clId="{7607C4FD-9025-4B92-80C3-A39A4202723F}" dt="2026-08-20T11:13:18.474" v="71" actId="22"/>
          <ac:spMkLst>
            <pc:docMk/>
            <pc:sldMk cId="0" sldId="269"/>
            <ac:spMk id="9" creationId="{1BC3B875-F9B3-7F1E-651C-7168DD89D1CF}"/>
          </ac:spMkLst>
        </pc:spChg>
        <pc:spChg chg="add del mod">
          <ac:chgData name="chimminenisaitanuja@gmail.com" userId="e20944b8240fbf00" providerId="LiveId" clId="{7607C4FD-9025-4B92-80C3-A39A4202723F}" dt="2026-08-20T11:13:57.426" v="76" actId="22"/>
          <ac:spMkLst>
            <pc:docMk/>
            <pc:sldMk cId="0" sldId="269"/>
            <ac:spMk id="13" creationId="{2B99DE65-3899-F310-0CC7-878F61798253}"/>
          </ac:spMkLst>
        </pc:spChg>
        <pc:picChg chg="add del mod ord">
          <ac:chgData name="chimminenisaitanuja@gmail.com" userId="e20944b8240fbf00" providerId="LiveId" clId="{7607C4FD-9025-4B92-80C3-A39A4202723F}" dt="2026-08-20T11:12:48.843" v="69" actId="21"/>
          <ac:picMkLst>
            <pc:docMk/>
            <pc:sldMk cId="0" sldId="269"/>
            <ac:picMk id="7" creationId="{D79DE92F-4EF6-C75E-3F9C-0A359C2C1AF3}"/>
          </ac:picMkLst>
        </pc:picChg>
        <pc:picChg chg="add del mod ord">
          <ac:chgData name="chimminenisaitanuja@gmail.com" userId="e20944b8240fbf00" providerId="LiveId" clId="{7607C4FD-9025-4B92-80C3-A39A4202723F}" dt="2026-08-20T11:13:31.024" v="75" actId="478"/>
          <ac:picMkLst>
            <pc:docMk/>
            <pc:sldMk cId="0" sldId="269"/>
            <ac:picMk id="11" creationId="{73EAF520-B263-84C2-66A3-537235E564E7}"/>
          </ac:picMkLst>
        </pc:picChg>
        <pc:picChg chg="add mod ord">
          <ac:chgData name="chimminenisaitanuja@gmail.com" userId="e20944b8240fbf00" providerId="LiveId" clId="{7607C4FD-9025-4B92-80C3-A39A4202723F}" dt="2026-08-20T11:14:13.865" v="84" actId="1076"/>
          <ac:picMkLst>
            <pc:docMk/>
            <pc:sldMk cId="0" sldId="269"/>
            <ac:picMk id="17" creationId="{3C1F9828-52A8-1D4C-93F6-6F1D565B84E4}"/>
          </ac:picMkLst>
        </pc:picChg>
      </pc:sldChg>
      <pc:sldChg chg="addSp delSp modSp mod">
        <pc:chgData name="chimminenisaitanuja@gmail.com" userId="e20944b8240fbf00" providerId="LiveId" clId="{7607C4FD-9025-4B92-80C3-A39A4202723F}" dt="2026-08-20T15:33:21.433" v="321" actId="14100"/>
        <pc:sldMkLst>
          <pc:docMk/>
          <pc:sldMk cId="0" sldId="270"/>
        </pc:sldMkLst>
        <pc:spChg chg="mod">
          <ac:chgData name="chimminenisaitanuja@gmail.com" userId="e20944b8240fbf00" providerId="LiveId" clId="{7607C4FD-9025-4B92-80C3-A39A4202723F}" dt="2026-08-20T15:33:10.116" v="318" actId="14100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5:32:32.607" v="314" actId="22"/>
          <ac:spMkLst>
            <pc:docMk/>
            <pc:sldMk cId="0" sldId="270"/>
            <ac:spMk id="4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1:16:51.787" v="111" actId="14100"/>
          <ac:spMkLst>
            <pc:docMk/>
            <pc:sldMk cId="0" sldId="270"/>
            <ac:spMk id="5" creationId="{00000000-0000-0000-0000-000000000000}"/>
          </ac:spMkLst>
        </pc:spChg>
        <pc:picChg chg="add mod ord">
          <ac:chgData name="chimminenisaitanuja@gmail.com" userId="e20944b8240fbf00" providerId="LiveId" clId="{7607C4FD-9025-4B92-80C3-A39A4202723F}" dt="2026-08-20T15:33:21.433" v="321" actId="14100"/>
          <ac:picMkLst>
            <pc:docMk/>
            <pc:sldMk cId="0" sldId="270"/>
            <ac:picMk id="7" creationId="{3C752D85-6E0C-B2E5-CFB1-7770F78EA9B8}"/>
          </ac:picMkLst>
        </pc:picChg>
      </pc:sldChg>
      <pc:sldChg chg="addSp delSp modSp mod">
        <pc:chgData name="chimminenisaitanuja@gmail.com" userId="e20944b8240fbf00" providerId="LiveId" clId="{7607C4FD-9025-4B92-80C3-A39A4202723F}" dt="2026-08-20T15:16:26.820" v="123" actId="14100"/>
        <pc:sldMkLst>
          <pc:docMk/>
          <pc:sldMk cId="0" sldId="271"/>
        </pc:sldMkLst>
        <pc:spChg chg="mod">
          <ac:chgData name="chimminenisaitanuja@gmail.com" userId="e20944b8240fbf00" providerId="LiveId" clId="{7607C4FD-9025-4B92-80C3-A39A4202723F}" dt="2026-08-20T11:16:02.612" v="102" actId="1410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1:15:03.853" v="90" actId="22"/>
          <ac:spMkLst>
            <pc:docMk/>
            <pc:sldMk cId="0" sldId="271"/>
            <ac:spMk id="4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1:15:12.352" v="91" actId="14100"/>
          <ac:spMkLst>
            <pc:docMk/>
            <pc:sldMk cId="0" sldId="271"/>
            <ac:spMk id="5" creationId="{00000000-0000-0000-0000-000000000000}"/>
          </ac:spMkLst>
        </pc:spChg>
        <pc:spChg chg="add del mod">
          <ac:chgData name="chimminenisaitanuja@gmail.com" userId="e20944b8240fbf00" providerId="LiveId" clId="{7607C4FD-9025-4B92-80C3-A39A4202723F}" dt="2026-08-20T15:16:11.930" v="116"/>
          <ac:spMkLst>
            <pc:docMk/>
            <pc:sldMk cId="0" sldId="271"/>
            <ac:spMk id="6" creationId="{5E489A5F-0127-7E78-7D5F-F05CA22A2D3F}"/>
          </ac:spMkLst>
        </pc:spChg>
        <pc:picChg chg="add del mod ord">
          <ac:chgData name="chimminenisaitanuja@gmail.com" userId="e20944b8240fbf00" providerId="LiveId" clId="{7607C4FD-9025-4B92-80C3-A39A4202723F}" dt="2026-08-20T15:16:09.816" v="115" actId="21"/>
          <ac:picMkLst>
            <pc:docMk/>
            <pc:sldMk cId="0" sldId="271"/>
            <ac:picMk id="7" creationId="{9567FF3E-A8D9-FBEE-0E94-E47F54978811}"/>
          </ac:picMkLst>
        </pc:picChg>
        <pc:picChg chg="add mod">
          <ac:chgData name="chimminenisaitanuja@gmail.com" userId="e20944b8240fbf00" providerId="LiveId" clId="{7607C4FD-9025-4B92-80C3-A39A4202723F}" dt="2026-08-20T15:16:26.820" v="123" actId="14100"/>
          <ac:picMkLst>
            <pc:docMk/>
            <pc:sldMk cId="0" sldId="271"/>
            <ac:picMk id="8" creationId="{9567FF3E-A8D9-FBEE-0E94-E47F54978811}"/>
          </ac:picMkLst>
        </pc:picChg>
      </pc:sldChg>
      <pc:sldChg chg="addSp delSp modSp mod">
        <pc:chgData name="chimminenisaitanuja@gmail.com" userId="e20944b8240fbf00" providerId="LiveId" clId="{7607C4FD-9025-4B92-80C3-A39A4202723F}" dt="2026-08-20T15:41:20.626" v="435" actId="14100"/>
        <pc:sldMkLst>
          <pc:docMk/>
          <pc:sldMk cId="0" sldId="272"/>
        </pc:sldMkLst>
        <pc:spChg chg="add del">
          <ac:chgData name="chimminenisaitanuja@gmail.com" userId="e20944b8240fbf00" providerId="LiveId" clId="{7607C4FD-9025-4B92-80C3-A39A4202723F}" dt="2026-08-20T15:40:38.025" v="410" actId="478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5:41:08.034" v="433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chimminenisaitanuja@gmail.com" userId="e20944b8240fbf00" providerId="LiveId" clId="{7607C4FD-9025-4B92-80C3-A39A4202723F}" dt="2026-08-20T15:28:20.864" v="264" actId="22"/>
          <ac:spMkLst>
            <pc:docMk/>
            <pc:sldMk cId="0" sldId="272"/>
            <ac:spMk id="4" creationId="{00000000-0000-0000-0000-000000000000}"/>
          </ac:spMkLst>
        </pc:spChg>
        <pc:spChg chg="mod">
          <ac:chgData name="chimminenisaitanuja@gmail.com" userId="e20944b8240fbf00" providerId="LiveId" clId="{7607C4FD-9025-4B92-80C3-A39A4202723F}" dt="2026-08-20T15:40:42.525" v="431" actId="20577"/>
          <ac:spMkLst>
            <pc:docMk/>
            <pc:sldMk cId="0" sldId="272"/>
            <ac:spMk id="5" creationId="{00000000-0000-0000-0000-000000000000}"/>
          </ac:spMkLst>
        </pc:spChg>
        <pc:spChg chg="add del mod">
          <ac:chgData name="chimminenisaitanuja@gmail.com" userId="e20944b8240fbf00" providerId="LiveId" clId="{7607C4FD-9025-4B92-80C3-A39A4202723F}" dt="2026-08-20T15:39:28.283" v="328"/>
          <ac:spMkLst>
            <pc:docMk/>
            <pc:sldMk cId="0" sldId="272"/>
            <ac:spMk id="9" creationId="{11F77539-7C6F-C78E-EB71-0F0B287604B0}"/>
          </ac:spMkLst>
        </pc:spChg>
        <pc:spChg chg="add mod">
          <ac:chgData name="chimminenisaitanuja@gmail.com" userId="e20944b8240fbf00" providerId="LiveId" clId="{7607C4FD-9025-4B92-80C3-A39A4202723F}" dt="2026-08-20T15:40:33.700" v="408" actId="5793"/>
          <ac:spMkLst>
            <pc:docMk/>
            <pc:sldMk cId="0" sldId="272"/>
            <ac:spMk id="12" creationId="{8F09A2E4-BDFB-FE2A-0611-D7A3B9E9433F}"/>
          </ac:spMkLst>
        </pc:spChg>
        <pc:picChg chg="add del mod ord">
          <ac:chgData name="chimminenisaitanuja@gmail.com" userId="e20944b8240fbf00" providerId="LiveId" clId="{7607C4FD-9025-4B92-80C3-A39A4202723F}" dt="2026-08-20T15:34:04.099" v="323" actId="21"/>
          <ac:picMkLst>
            <pc:docMk/>
            <pc:sldMk cId="0" sldId="272"/>
            <ac:picMk id="7" creationId="{83134EC0-E239-1823-721E-AF545C5BAD8A}"/>
          </ac:picMkLst>
        </pc:picChg>
        <pc:picChg chg="add del mod">
          <ac:chgData name="chimminenisaitanuja@gmail.com" userId="e20944b8240fbf00" providerId="LiveId" clId="{7607C4FD-9025-4B92-80C3-A39A4202723F}" dt="2026-08-20T15:40:09.033" v="332" actId="21"/>
          <ac:picMkLst>
            <pc:docMk/>
            <pc:sldMk cId="0" sldId="272"/>
            <ac:picMk id="10" creationId="{83134EC0-E239-1823-721E-AF545C5BAD8A}"/>
          </ac:picMkLst>
        </pc:picChg>
        <pc:picChg chg="add mod">
          <ac:chgData name="chimminenisaitanuja@gmail.com" userId="e20944b8240fbf00" providerId="LiveId" clId="{7607C4FD-9025-4B92-80C3-A39A4202723F}" dt="2026-08-20T15:41:20.626" v="435" actId="14100"/>
          <ac:picMkLst>
            <pc:docMk/>
            <pc:sldMk cId="0" sldId="272"/>
            <ac:picMk id="15" creationId="{83134EC0-E239-1823-721E-AF545C5BAD8A}"/>
          </ac:picMkLst>
        </pc:picChg>
      </pc:sldChg>
      <pc:sldChg chg="add del">
        <pc:chgData name="chimminenisaitanuja@gmail.com" userId="e20944b8240fbf00" providerId="LiveId" clId="{7607C4FD-9025-4B92-80C3-A39A4202723F}" dt="2026-08-20T10:38:10.612" v="16" actId="2696"/>
        <pc:sldMkLst>
          <pc:docMk/>
          <pc:sldMk cId="568736730" sldId="273"/>
        </pc:sldMkLst>
      </pc:sldChg>
      <pc:sldChg chg="addSp delSp modSp add mod">
        <pc:chgData name="chimminenisaitanuja@gmail.com" userId="e20944b8240fbf00" providerId="LiveId" clId="{7607C4FD-9025-4B92-80C3-A39A4202723F}" dt="2026-08-20T11:01:31.774" v="35" actId="14100"/>
        <pc:sldMkLst>
          <pc:docMk/>
          <pc:sldMk cId="3481074042" sldId="273"/>
        </pc:sldMkLst>
        <pc:spChg chg="del mod">
          <ac:chgData name="chimminenisaitanuja@gmail.com" userId="e20944b8240fbf00" providerId="LiveId" clId="{7607C4FD-9025-4B92-80C3-A39A4202723F}" dt="2026-08-20T10:39:26.242" v="21" actId="478"/>
          <ac:spMkLst>
            <pc:docMk/>
            <pc:sldMk cId="3481074042" sldId="273"/>
            <ac:spMk id="3" creationId="{83C7B98E-9663-8BB1-DD8A-54C864F80C79}"/>
          </ac:spMkLst>
        </pc:spChg>
        <pc:spChg chg="del mod">
          <ac:chgData name="chimminenisaitanuja@gmail.com" userId="e20944b8240fbf00" providerId="LiveId" clId="{7607C4FD-9025-4B92-80C3-A39A4202723F}" dt="2026-08-20T10:39:52.536" v="25" actId="478"/>
          <ac:spMkLst>
            <pc:docMk/>
            <pc:sldMk cId="3481074042" sldId="273"/>
            <ac:spMk id="4" creationId="{701324A6-AE24-D1C9-E758-B1853342D861}"/>
          </ac:spMkLst>
        </pc:spChg>
        <pc:spChg chg="add del mod">
          <ac:chgData name="chimminenisaitanuja@gmail.com" userId="e20944b8240fbf00" providerId="LiveId" clId="{7607C4FD-9025-4B92-80C3-A39A4202723F}" dt="2026-08-20T10:39:40.961" v="22" actId="931"/>
          <ac:spMkLst>
            <pc:docMk/>
            <pc:sldMk cId="3481074042" sldId="273"/>
            <ac:spMk id="6" creationId="{AC1D95CF-818B-C8C4-9F2C-1BB2BAF35C62}"/>
          </ac:spMkLst>
        </pc:spChg>
        <pc:spChg chg="add del mod">
          <ac:chgData name="chimminenisaitanuja@gmail.com" userId="e20944b8240fbf00" providerId="LiveId" clId="{7607C4FD-9025-4B92-80C3-A39A4202723F}" dt="2026-08-20T10:40:07.862" v="27" actId="478"/>
          <ac:spMkLst>
            <pc:docMk/>
            <pc:sldMk cId="3481074042" sldId="273"/>
            <ac:spMk id="10" creationId="{00CA8083-E54F-F072-9A57-850A8AFE35B4}"/>
          </ac:spMkLst>
        </pc:spChg>
        <pc:spChg chg="add del mod">
          <ac:chgData name="chimminenisaitanuja@gmail.com" userId="e20944b8240fbf00" providerId="LiveId" clId="{7607C4FD-9025-4B92-80C3-A39A4202723F}" dt="2026-08-20T11:01:16.607" v="30" actId="931"/>
          <ac:spMkLst>
            <pc:docMk/>
            <pc:sldMk cId="3481074042" sldId="273"/>
            <ac:spMk id="12" creationId="{C6F1C398-2C9B-374F-8F16-74FEFAF0FA79}"/>
          </ac:spMkLst>
        </pc:spChg>
        <pc:picChg chg="add del mod ord">
          <ac:chgData name="chimminenisaitanuja@gmail.com" userId="e20944b8240fbf00" providerId="LiveId" clId="{7607C4FD-9025-4B92-80C3-A39A4202723F}" dt="2026-08-20T11:01:07.944" v="29" actId="21"/>
          <ac:picMkLst>
            <pc:docMk/>
            <pc:sldMk cId="3481074042" sldId="273"/>
            <ac:picMk id="8" creationId="{F41C1C40-2F29-F20B-5F39-4D9800EE191C}"/>
          </ac:picMkLst>
        </pc:picChg>
        <pc:picChg chg="add mod ord">
          <ac:chgData name="chimminenisaitanuja@gmail.com" userId="e20944b8240fbf00" providerId="LiveId" clId="{7607C4FD-9025-4B92-80C3-A39A4202723F}" dt="2026-08-20T11:01:31.774" v="35" actId="14100"/>
          <ac:picMkLst>
            <pc:docMk/>
            <pc:sldMk cId="3481074042" sldId="273"/>
            <ac:picMk id="14" creationId="{7C4E2F08-0A88-8330-2499-3BFCED735542}"/>
          </ac:picMkLst>
        </pc:picChg>
      </pc:sldChg>
      <pc:sldChg chg="new del">
        <pc:chgData name="chimminenisaitanuja@gmail.com" userId="e20944b8240fbf00" providerId="LiveId" clId="{7607C4FD-9025-4B92-80C3-A39A4202723F}" dt="2026-08-20T10:38:32.004" v="18" actId="2696"/>
        <pc:sldMkLst>
          <pc:docMk/>
          <pc:sldMk cId="4201246933" sldId="273"/>
        </pc:sldMkLst>
      </pc:sldChg>
      <pc:sldChg chg="addSp delSp modSp add mod">
        <pc:chgData name="chimminenisaitanuja@gmail.com" userId="e20944b8240fbf00" providerId="LiveId" clId="{7607C4FD-9025-4B92-80C3-A39A4202723F}" dt="2026-08-20T15:20:57.578" v="260" actId="14100"/>
        <pc:sldMkLst>
          <pc:docMk/>
          <pc:sldMk cId="3823893883" sldId="274"/>
        </pc:sldMkLst>
        <pc:spChg chg="del mod">
          <ac:chgData name="chimminenisaitanuja@gmail.com" userId="e20944b8240fbf00" providerId="LiveId" clId="{7607C4FD-9025-4B92-80C3-A39A4202723F}" dt="2026-08-20T15:20:34.588" v="257" actId="931"/>
          <ac:spMkLst>
            <pc:docMk/>
            <pc:sldMk cId="3823893883" sldId="274"/>
            <ac:spMk id="3" creationId="{51DE5CC1-7120-0712-645F-82CDB323A74E}"/>
          </ac:spMkLst>
        </pc:spChg>
        <pc:spChg chg="mod">
          <ac:chgData name="chimminenisaitanuja@gmail.com" userId="e20944b8240fbf00" providerId="LiveId" clId="{7607C4FD-9025-4B92-80C3-A39A4202723F}" dt="2026-08-20T15:20:05.507" v="255" actId="14100"/>
          <ac:spMkLst>
            <pc:docMk/>
            <pc:sldMk cId="3823893883" sldId="274"/>
            <ac:spMk id="4" creationId="{B373517F-525A-3D5A-4E34-5173E8BAD233}"/>
          </ac:spMkLst>
        </pc:spChg>
        <pc:picChg chg="add mod ord">
          <ac:chgData name="chimminenisaitanuja@gmail.com" userId="e20944b8240fbf00" providerId="LiveId" clId="{7607C4FD-9025-4B92-80C3-A39A4202723F}" dt="2026-08-20T15:20:57.578" v="260" actId="14100"/>
          <ac:picMkLst>
            <pc:docMk/>
            <pc:sldMk cId="3823893883" sldId="274"/>
            <ac:picMk id="6" creationId="{8AF90AC8-B7B5-06C9-3B36-BC8C1B0BCEF0}"/>
          </ac:picMkLst>
        </pc:picChg>
      </pc:sldChg>
      <pc:sldChg chg="delSp modSp add mod">
        <pc:chgData name="chimminenisaitanuja@gmail.com" userId="e20944b8240fbf00" providerId="LiveId" clId="{7607C4FD-9025-4B92-80C3-A39A4202723F}" dt="2026-08-20T15:41:50.721" v="441" actId="14100"/>
        <pc:sldMkLst>
          <pc:docMk/>
          <pc:sldMk cId="4129455473" sldId="275"/>
        </pc:sldMkLst>
        <pc:spChg chg="mod">
          <ac:chgData name="chimminenisaitanuja@gmail.com" userId="e20944b8240fbf00" providerId="LiveId" clId="{7607C4FD-9025-4B92-80C3-A39A4202723F}" dt="2026-08-20T15:41:50.721" v="441" actId="14100"/>
          <ac:spMkLst>
            <pc:docMk/>
            <pc:sldMk cId="4129455473" sldId="275"/>
            <ac:spMk id="3" creationId="{40C37A06-08E4-8BC7-D5F9-EDA2FFF2B267}"/>
          </ac:spMkLst>
        </pc:spChg>
        <pc:spChg chg="del mod">
          <ac:chgData name="chimminenisaitanuja@gmail.com" userId="e20944b8240fbf00" providerId="LiveId" clId="{7607C4FD-9025-4B92-80C3-A39A4202723F}" dt="2026-08-20T15:41:43.212" v="438" actId="21"/>
          <ac:spMkLst>
            <pc:docMk/>
            <pc:sldMk cId="4129455473" sldId="275"/>
            <ac:spMk id="12" creationId="{135257DB-F737-C221-73E3-EAB00CA95A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10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556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FFFFFF"/>
                </a:solidFill>
              </a:rPr>
              <a:t>Milestone 2: Inventory Intelligence &amp; Customer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575561" cy="4983162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rgbClr val="FFFFFF"/>
                </a:solidFill>
              </a:rPr>
              <a:t>Milestone 2 extends the marketplace with real customer transactions and data-driven analytics.</a:t>
            </a:r>
          </a:p>
          <a:p>
            <a:r>
              <a:rPr dirty="0">
                <a:solidFill>
                  <a:srgbClr val="FFFFFF"/>
                </a:solidFill>
              </a:rPr>
              <a:t>Extended </a:t>
            </a:r>
            <a:r>
              <a:rPr dirty="0" err="1">
                <a:solidFill>
                  <a:srgbClr val="FFFFFF"/>
                </a:solidFill>
              </a:rPr>
              <a:t>ShopSense</a:t>
            </a:r>
            <a:r>
              <a:rPr dirty="0">
                <a:solidFill>
                  <a:srgbClr val="FFFFFF"/>
                </a:solidFill>
              </a:rPr>
              <a:t> with a customer-facing marketplace and real order flow.</a:t>
            </a:r>
          </a:p>
          <a:p>
            <a:r>
              <a:rPr dirty="0">
                <a:solidFill>
                  <a:srgbClr val="FFFFFF"/>
                </a:solidFill>
              </a:rPr>
              <a:t>Connected customer purchases with transaction and inventory data.</a:t>
            </a:r>
          </a:p>
          <a:p>
            <a:r>
              <a:rPr dirty="0">
                <a:solidFill>
                  <a:srgbClr val="FFFFFF"/>
                </a:solidFill>
              </a:rPr>
              <a:t>Added customer segmentation and sales-based product recommendations.</a:t>
            </a:r>
          </a:p>
          <a:p>
            <a:r>
              <a:rPr dirty="0">
                <a:solidFill>
                  <a:srgbClr val="FFFFFF"/>
                </a:solidFill>
              </a:rPr>
              <a:t>Added AI features for demand forecasting and review sentiment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5B74-D7B0-DF2F-3260-DB40BD1F0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05A29C-4461-6DA8-C73E-45EAE1D86FD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73517F-525A-3D5A-4E34-5173E8BA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0575560" cy="93186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Vendor Dashboard</a:t>
            </a:r>
            <a:endParaRPr b="1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F90AC8-B7B5-06C9-3B36-BC8C1B0BC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81139"/>
            <a:ext cx="10960100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93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Customer Portal &amp;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474564" cy="4983162"/>
          </a:xfrm>
        </p:spPr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Customer enters basic details to start shopping.</a:t>
            </a:r>
          </a:p>
          <a:p>
            <a:r>
              <a:rPr dirty="0">
                <a:solidFill>
                  <a:srgbClr val="FFFFFF"/>
                </a:solidFill>
              </a:rPr>
              <a:t>Browses the marketplace and places an order.</a:t>
            </a:r>
          </a:p>
          <a:p>
            <a:r>
              <a:rPr dirty="0">
                <a:solidFill>
                  <a:srgbClr val="FFFFFF"/>
                </a:solidFill>
              </a:rPr>
              <a:t>The system stores the transaction automatically.</a:t>
            </a:r>
          </a:p>
          <a:p>
            <a:r>
              <a:rPr dirty="0">
                <a:solidFill>
                  <a:srgbClr val="FFFFFF"/>
                </a:solidFill>
              </a:rPr>
              <a:t>Product stock is instantly reduced in the PostgreSQL database.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3A2587-F285-AD70-CFEB-A5DD31009D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88964" y="1823813"/>
            <a:ext cx="5583836" cy="36925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77D0-42B7-2E79-74F1-1A984509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33DFB4-3312-0A90-B9E8-B1E3781A9D5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C4E2F08-0A88-8330-2499-3BFCED735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503" y="539646"/>
            <a:ext cx="10232159" cy="592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7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97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15403" cy="883352"/>
          </a:xfrm>
        </p:spPr>
        <p:txBody>
          <a:bodyPr/>
          <a:lstStyle/>
          <a:p>
            <a:r>
              <a:rPr b="1" dirty="0">
                <a:solidFill>
                  <a:srgbClr val="FFFFFF"/>
                </a:solidFill>
              </a:rPr>
              <a:t>Customer Analytics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32628"/>
            <a:ext cx="4038600" cy="5150734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FF"/>
                </a:solidFill>
              </a:rPr>
              <a:t>Customer spending is calculated from transaction history and customers are grouped into:</a:t>
            </a:r>
          </a:p>
          <a:p>
            <a:pPr lvl="1"/>
            <a:r>
              <a:rPr dirty="0">
                <a:solidFill>
                  <a:srgbClr val="FFFFFF"/>
                </a:solidFill>
              </a:rPr>
              <a:t>High Value: $500+</a:t>
            </a:r>
          </a:p>
          <a:p>
            <a:pPr lvl="1"/>
            <a:r>
              <a:rPr dirty="0">
                <a:solidFill>
                  <a:srgbClr val="FFFFFF"/>
                </a:solidFill>
              </a:rPr>
              <a:t>Regular: $100–$499</a:t>
            </a:r>
          </a:p>
          <a:p>
            <a:pPr lvl="1"/>
            <a:r>
              <a:rPr dirty="0">
                <a:solidFill>
                  <a:srgbClr val="FFFFFF"/>
                </a:solidFill>
              </a:rPr>
              <a:t>Low Value: below $100</a:t>
            </a:r>
          </a:p>
          <a:p>
            <a:r>
              <a:rPr dirty="0">
                <a:solidFill>
                  <a:srgbClr val="FFFFFF"/>
                </a:solidFill>
              </a:rPr>
              <a:t>Analytics are calculated directly from actual transaction records.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C77E53-7CBD-AE7B-6726-654C63DAC0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95800" y="1663908"/>
            <a:ext cx="7480300" cy="4586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9546"/>
          </a:xfrm>
        </p:spPr>
        <p:txBody>
          <a:bodyPr/>
          <a:lstStyle/>
          <a:p>
            <a:r>
              <a:rPr b="1" dirty="0">
                <a:solidFill>
                  <a:srgbClr val="FFFFFF"/>
                </a:solidFill>
              </a:rPr>
              <a:t>ARIMA 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244185"/>
            <a:ext cx="4774367" cy="5171606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FF"/>
                </a:solidFill>
              </a:rPr>
              <a:t>Historical sales data is used to identify demand patterns.</a:t>
            </a:r>
          </a:p>
          <a:p>
            <a:r>
              <a:rPr dirty="0">
                <a:solidFill>
                  <a:srgbClr val="FFFFFF"/>
                </a:solidFill>
              </a:rPr>
              <a:t>The vendor selects a product.</a:t>
            </a:r>
          </a:p>
          <a:p>
            <a:r>
              <a:rPr dirty="0">
                <a:solidFill>
                  <a:srgbClr val="FFFFFF"/>
                </a:solidFill>
              </a:rPr>
              <a:t>ARIMA generates a 7-day demand forecast.</a:t>
            </a:r>
          </a:p>
          <a:p>
            <a:r>
              <a:rPr dirty="0">
                <a:solidFill>
                  <a:srgbClr val="FFFFFF"/>
                </a:solidFill>
              </a:rPr>
              <a:t>The forecast is compared with current inventory.</a:t>
            </a:r>
          </a:p>
          <a:p>
            <a:r>
              <a:rPr dirty="0">
                <a:solidFill>
                  <a:srgbClr val="FFFFFF"/>
                </a:solidFill>
              </a:rPr>
              <a:t>A restock alert is shown when expected demand is higher than available stock.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567FF3E-A8D9-FBEE-0E94-E47F549788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31566" y="1518822"/>
            <a:ext cx="6744534" cy="46914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9506"/>
          </a:xfrm>
        </p:spPr>
        <p:txBody>
          <a:bodyPr/>
          <a:lstStyle/>
          <a:p>
            <a:r>
              <a:rPr b="1" dirty="0">
                <a:solidFill>
                  <a:srgbClr val="FFFFFF"/>
                </a:solidFill>
              </a:rPr>
              <a:t>Gemini Review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304144"/>
            <a:ext cx="4669437" cy="5156617"/>
          </a:xfrm>
        </p:spPr>
        <p:txBody>
          <a:bodyPr>
            <a:normAutofit lnSpcReduction="10000"/>
          </a:bodyPr>
          <a:lstStyle/>
          <a:p>
            <a:r>
              <a:rPr dirty="0">
                <a:solidFill>
                  <a:srgbClr val="FFFFFF"/>
                </a:solidFill>
              </a:rPr>
              <a:t>Vendor selects a product.</a:t>
            </a:r>
          </a:p>
          <a:p>
            <a:r>
              <a:rPr dirty="0">
                <a:solidFill>
                  <a:srgbClr val="FFFFFF"/>
                </a:solidFill>
              </a:rPr>
              <a:t>Enters rating and customer review text.</a:t>
            </a:r>
          </a:p>
          <a:p>
            <a:r>
              <a:rPr dirty="0">
                <a:solidFill>
                  <a:srgbClr val="FFFFFF"/>
                </a:solidFill>
              </a:rPr>
              <a:t>Gemini AI analyzes the review.</a:t>
            </a:r>
          </a:p>
          <a:p>
            <a:r>
              <a:rPr dirty="0">
                <a:solidFill>
                  <a:srgbClr val="FFFFFF"/>
                </a:solidFill>
              </a:rPr>
              <a:t>The system returns a sentiment score and identifies positive feedback and pros.</a:t>
            </a:r>
          </a:p>
          <a:p>
            <a:r>
              <a:rPr dirty="0">
                <a:solidFill>
                  <a:srgbClr val="FFFFFF"/>
                </a:solidFill>
              </a:rPr>
              <a:t>This helps the vendor quickly understand customer opinions.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C1F9828-52A8-1D4C-93F6-6F1D565B84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83835" y="1424066"/>
            <a:ext cx="5763720" cy="47668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30196" cy="11430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FFFFFF"/>
                </a:solidFill>
              </a:rPr>
              <a:t>Rule-Based Recommendations &amp; Historical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2100" y="1615862"/>
            <a:ext cx="5200756" cy="496750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FF"/>
                </a:solidFill>
              </a:rPr>
              <a:t>Product sales are calculated from recorded transaction data.</a:t>
            </a:r>
          </a:p>
          <a:p>
            <a:r>
              <a:rPr dirty="0">
                <a:solidFill>
                  <a:srgbClr val="FFFFFF"/>
                </a:solidFill>
              </a:rPr>
              <a:t>Products are ranked based on the quantity sold.</a:t>
            </a:r>
          </a:p>
          <a:p>
            <a:r>
              <a:rPr dirty="0">
                <a:solidFill>
                  <a:srgbClr val="FFFFFF"/>
                </a:solidFill>
              </a:rPr>
              <a:t>The highest-selling products are shown as recommendations.</a:t>
            </a:r>
          </a:p>
          <a:p>
            <a:r>
              <a:rPr dirty="0">
                <a:solidFill>
                  <a:srgbClr val="FFFFFF"/>
                </a:solidFill>
              </a:rPr>
              <a:t>Historical/test transaction data was used to verify that the analytics produce the expected results.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752D85-6E0C-B2E5-CFB1-7770F78EA9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92856" y="1615862"/>
            <a:ext cx="6403869" cy="44946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0262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</a:rPr>
              <a:t> 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F09A2E4-BDFB-FE2A-0611-D7A3B9E94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3100" y="1600200"/>
            <a:ext cx="1663700" cy="452596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83134EC0-E239-1823-721E-AF545C5BAD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6700" y="927100"/>
            <a:ext cx="11264900" cy="53565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57CB-4F45-46F6-C917-B094A8EE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C89F07-47FE-6F04-D8F0-37AAD32A3B1D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F88AD8-9250-574C-FC41-6BF392E0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0262"/>
          </a:xfrm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</a:rPr>
              <a:t>M</a:t>
            </a:r>
            <a:r>
              <a:rPr b="1" dirty="0" err="1">
                <a:solidFill>
                  <a:srgbClr val="FFFFFF"/>
                </a:solidFill>
              </a:rPr>
              <a:t>ilestone</a:t>
            </a:r>
            <a:r>
              <a:rPr b="1" dirty="0">
                <a:solidFill>
                  <a:srgbClr val="FFFFFF"/>
                </a:solidFill>
              </a:rPr>
              <a:t> </a:t>
            </a:r>
            <a:r>
              <a:rPr lang="en-IN" b="1" dirty="0">
                <a:solidFill>
                  <a:srgbClr val="FFFFFF"/>
                </a:solidFill>
              </a:rPr>
              <a:t>- </a:t>
            </a:r>
            <a:r>
              <a:rPr b="1" dirty="0">
                <a:solidFill>
                  <a:srgbClr val="FFFFFF"/>
                </a:solidFill>
              </a:rPr>
              <a:t>2 Outcome</a:t>
            </a:r>
            <a:r>
              <a:rPr lang="en-IN" b="1" dirty="0">
                <a:solidFill>
                  <a:srgbClr val="FFFFFF"/>
                </a:solidFill>
              </a:rPr>
              <a:t> 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7A06-08E4-8BC7-D5F9-EDA2FFF2B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701800"/>
            <a:ext cx="9956800" cy="4881562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FF"/>
                </a:solidFill>
              </a:rPr>
              <a:t>Customer purchases now generate real transaction data, which feeds the analytics layer. This data is used for customer segmentation, product recommendations, demand forecasting, and review sentiment analysis.</a:t>
            </a:r>
          </a:p>
          <a:p>
            <a:r>
              <a:rPr dirty="0">
                <a:solidFill>
                  <a:srgbClr val="FFFFFF"/>
                </a:solidFill>
              </a:rPr>
              <a:t>Real customer ordering and transaction tracking</a:t>
            </a:r>
          </a:p>
          <a:p>
            <a:r>
              <a:rPr dirty="0">
                <a:solidFill>
                  <a:srgbClr val="FFFFFF"/>
                </a:solidFill>
              </a:rPr>
              <a:t>Data-driven customer segmentation and recommendations</a:t>
            </a:r>
          </a:p>
          <a:p>
            <a:r>
              <a:rPr dirty="0">
                <a:solidFill>
                  <a:srgbClr val="FFFFFF"/>
                </a:solidFill>
              </a:rPr>
              <a:t>7-day inventory demand forecasting with ARIMA</a:t>
            </a:r>
          </a:p>
          <a:p>
            <a:r>
              <a:rPr dirty="0">
                <a:solidFill>
                  <a:srgbClr val="FFFFFF"/>
                </a:solidFill>
              </a:rPr>
              <a:t>Gemini-powered review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412945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343</Words>
  <Application>Microsoft Office PowerPoint</Application>
  <PresentationFormat>Custom</PresentationFormat>
  <Paragraphs>42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Milestone 2: Inventory Intelligence &amp; Customer Analytics</vt:lpstr>
      <vt:lpstr>Vendor Dashboard</vt:lpstr>
      <vt:lpstr>Customer Portal &amp; Transactions</vt:lpstr>
      <vt:lpstr>PowerPoint Presentation</vt:lpstr>
      <vt:lpstr>Customer Analytics &amp; Segmentation</vt:lpstr>
      <vt:lpstr>ARIMA Demand Forecasting</vt:lpstr>
      <vt:lpstr>Gemini Review Sentiment Analysis</vt:lpstr>
      <vt:lpstr>Rule-Based Recommendations &amp; Historical Validation</vt:lpstr>
      <vt:lpstr> </vt:lpstr>
      <vt:lpstr>Milestone - 2 Outcome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chimminenisaitanuja@gmail.com</cp:lastModifiedBy>
  <cp:revision>3</cp:revision>
  <dcterms:created xsi:type="dcterms:W3CDTF">2013-01-27T09:14:16Z</dcterms:created>
  <dcterms:modified xsi:type="dcterms:W3CDTF">2026-08-20T17:22:20Z</dcterms:modified>
  <cp:category/>
</cp:coreProperties>
</file>